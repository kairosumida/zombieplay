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C4BB0-4227-4AD3-BCDC-CC8DCD786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77A13C-580E-4CB6-A979-A9F88362F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861D5D-1151-4EF9-AA8B-B08179DD0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D1F577-91D3-4425-8858-5173C5CF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69975F-B5BE-4345-BE53-0C62B1DC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02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36F0F2-1DF6-4420-912A-F8A54785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65D8A8-7014-46DA-9763-CC9BAFC1E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20AEE4-6448-45AE-AEA0-9FD968609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C1B533-65DE-4885-9AD4-B3F68E4FF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DEEDCB-A87A-4389-AA8B-806D1195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49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ECCBF-DF52-4C96-A045-CF6C20114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EBFA0-AB95-4DAC-AFD5-E0D43C727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476BAD-5A2B-4BC1-AEB9-23DECF2F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ED1A18-B8A5-4AAA-ACB0-978552BD7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BF8C4B-89C2-496C-BCD0-3B2597B25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075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8DBED8-4C77-43EF-945A-6F77C75C2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E5975C-19F7-490E-9C55-E5AF0E515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803545-B929-4951-BC1B-A9211B934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38D1803-FE3E-4F49-8AD7-B6A47C488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22343F8-C614-44A9-AF00-163874691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D0B0D7-F91C-401B-8849-8AE4605C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146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78DDDA-F01E-430F-9E6C-EEF923175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29E3B6-CA6C-4E98-AB10-2D5319821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D39D6AC-5103-449A-BFF5-42D3BCD77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0C02AE-5562-4102-BB02-2DF402DD31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99C4CF-DCB5-4E1C-834F-A1D4707496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8B0330A-9A74-411D-B50D-021DD8929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96D3D9-AB7F-47E9-843D-15963D73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9D3B366-9999-4839-B81B-97FC4F726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573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1D787D-D0CE-49D9-8D40-781985A7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A80B32-93F8-4861-BB8B-385ED9F59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60D55F4-F43D-42C7-A4C7-ECE41BB00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0BA860-7DAA-4379-A2A5-F390247B1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3106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20B0D28-A257-4B64-B8D9-FA861929D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395D3A-E2E0-4BF5-A5AB-6A90AE503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0601158-FC3A-4738-BD75-46C2F03D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6958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7CA0C-094B-49E6-89E5-6B84E3944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C24116-74D3-4B90-A222-1A593761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54EF60-AD9C-48CB-B064-E0B5CEAFDD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7AD2D18-F0A2-4E34-8919-8765BAEA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1202413-B49E-4582-A08A-B40B05B84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EB2B9D-29E1-4088-9DEB-974F7D0B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6491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982187-235E-4954-9F2F-014101C39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487A56-EB61-41B0-BF01-B076AC74CB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3CFE1E6-7540-45F6-B234-4BDEB9FCC7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7AFEC7-DEEC-4E95-BCF2-8E7563D75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25B4F3-2E56-48EB-973C-75B4C8ED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F63F803-B98B-40D8-908B-5CECA988F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2680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80C74-3281-41C9-9167-B482B4352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EF0346-D668-43F2-A6F7-CE37D8747B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4CD611-02AA-4A16-BE61-AC13D0AF5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E5470B-F58D-4858-800E-27567D6B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A3CFDC-699B-4744-9489-38A7DDD3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437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65F1D9A-C9AA-4371-8647-97A025C467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C2ABB09-9477-49C9-804B-38DA86D7DF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69EC9E-E089-4D56-B6D7-E83BD099C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6638C1-E9F4-446C-A12C-6F40B6A87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90D69E-0D5B-4841-8C1D-4197A2AC8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770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E71396E-F9EB-4A7C-B333-A9876B923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A5FB810-0515-44F0-9C98-96BB3B3FC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A6B76B-8AA2-4473-81A2-786826AC66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A5C6F-6C43-4FFC-A787-693D4D816FEF}" type="datetimeFigureOut">
              <a:rPr lang="pt-BR" smtClean="0"/>
              <a:t>06/11/2018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9A97DC-94C2-4880-B45B-B4BCA0D8D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9C6C49-4829-4EA6-BB75-FB2476D56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4FD60-29BD-4967-9652-C0AD7FB5BC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262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A5E4CB9-DD27-4934-AC41-1F33E5687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60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Kairo Sumida</dc:creator>
  <cp:lastModifiedBy>Kairo Sumida</cp:lastModifiedBy>
  <cp:revision>1</cp:revision>
  <dcterms:created xsi:type="dcterms:W3CDTF">2018-11-06T03:27:53Z</dcterms:created>
  <dcterms:modified xsi:type="dcterms:W3CDTF">2018-11-06T03:28:26Z</dcterms:modified>
</cp:coreProperties>
</file>